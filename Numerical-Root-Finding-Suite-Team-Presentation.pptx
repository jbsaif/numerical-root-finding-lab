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</p:embeddedFont>
    <p:embeddedFont>
      <p:font typeface="Saira Medium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512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5308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Numerical Root-Finding Suite — Team Presentation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5165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 for solving nonlinear equations using Bisection &amp; Regula Falsi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39107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2958033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Junaeed Bin Saif - 242-15-475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Rafi - 242-15-451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Golam Rabby Miaze - 242-15-047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Sumiya Akter Nirjona - 242-15-875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Tahmina Akter - 242-15-117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22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Agenda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18705"/>
            <a:ext cx="2622724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2165" y="2174751"/>
            <a:ext cx="2310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 &amp; 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2165" y="2481263"/>
            <a:ext cx="2310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Motivation, use-cases, input/output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18705"/>
            <a:ext cx="2622724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6647" y="2174751"/>
            <a:ext cx="2310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Bisection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16647" y="2481263"/>
            <a:ext cx="2310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+ simulation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18705"/>
            <a:ext cx="2622724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130" y="2174751"/>
            <a:ext cx="2310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Regula Falsi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1130" y="2481263"/>
            <a:ext cx="2310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+ simulation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05882"/>
            <a:ext cx="4004965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165" y="3161928"/>
            <a:ext cx="36928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 + Flask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2165" y="3468439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highlights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4965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8888" y="3161928"/>
            <a:ext cx="36928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98888" y="3468439"/>
            <a:ext cx="36928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Website, animation, PDF report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CE9722-A7D3-4C2C-A00C-91A9869AF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6099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1658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roots of nonlinear equations (e.g., x³ − x − 2 = 0)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702868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closed-form solution in general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reliable numerical approximation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tool: input equation, interval, tol, max iter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6F0EA8-E492-491C-89A0-0B36F662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1602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Bisection Method — Key Idea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956742"/>
            <a:ext cx="5179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Intermediate Value Theorem: if f(a)·f(b) &lt; 0 → root in [a,b]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1246584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1435522"/>
            <a:ext cx="4722763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523851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Step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96119" y="1771204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sign: f(a)·f(b) &lt; 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2138139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6119" y="2327077"/>
            <a:ext cx="4722763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2415406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Step 2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2662758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= (a + b) / 2 → evaluate f(c)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6119" y="3029694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3218631"/>
            <a:ext cx="4722763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3306961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Step 3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6119" y="3554313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a or b by c depending on sign(f(c))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6119" y="3921249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96119" y="4110186"/>
            <a:ext cx="4722763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9" name="Text 16"/>
          <p:cNvSpPr/>
          <p:nvPr/>
        </p:nvSpPr>
        <p:spPr>
          <a:xfrm>
            <a:off x="496119" y="4198516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Stop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96119" y="4445868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|f(c)| &lt; tol or interval &lt; tol or max iter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395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Bisection Simulation — Example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3811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f(x)=x³−x−2, a=1, b=2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924398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f(1)=-2, f(2)=4 → sign change OK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 1: c=1.5 → update interval → [1.5,2]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Iterative halving → monotone convergence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6730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Regula Falsi (False Position)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2289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interpolation between (a,f(a)) and (b,f(b))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013570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816" y="2009180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385816" y="231569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= b − [f(b)·(a−b)] / [f(a)−f(b)]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830413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5816" y="2826023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Update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385816" y="313253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endpoint with same-sign as f(c)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3647256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5816" y="364286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Advantage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385816" y="3949378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faster than bisection (uses function values)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331A0A-35BA-440F-A585-879CE26D6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6099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Regula Falsi — Simulation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1658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example: f(x)=x³−x−2, a=1, b=2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702868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c by secant intersection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f(c), update interval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Converges faster in many cases; watch for slow endpoint movement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9DD842-D75B-498D-A3F2-4592851BB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526381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 Implementation (Highlights)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237686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Flask: routes for Bisection, Regula Falsi, PDF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SymPy: parse_equation() → sympify() + lambdify()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iterations as list of dicts → JSON → frontend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 → Base64 image for inline graph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ReportLab → automatic PDF export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B9045-F8B1-4F08-9741-46CB55678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284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Website Demo —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54932"/>
            <a:ext cx="753740" cy="465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554932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Interactive Input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861444"/>
            <a:ext cx="16682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Equation text, a, b, tol, max iter, method selector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554932"/>
            <a:ext cx="753740" cy="465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554932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Iteration Table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861444"/>
            <a:ext cx="16682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values; downloadable CSV/PDF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554932"/>
            <a:ext cx="753740" cy="465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554932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Visual Animation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861444"/>
            <a:ext cx="16682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animation of convergence for teaching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086EB5-5F55-4A89-9022-DFD97F620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6099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 &amp; Next Steps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16584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Suite offers reliable numerics + visual learning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Extensions: Newton-Raphson, secant, error analysis, adaptive tol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Evaluation: compare iterations, runtime, robustness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25561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Questions?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0D0592-7680-401F-BE1C-6207938BC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24" y="4807626"/>
            <a:ext cx="1619476" cy="3143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510</Words>
  <Application>Microsoft Office PowerPoint</Application>
  <PresentationFormat>On-screen Show (16:9)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Saira Medium</vt:lpstr>
      <vt:lpstr>Calibri</vt:lpstr>
      <vt:lpstr>Saira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Junaeed Bin Saif</cp:lastModifiedBy>
  <cp:revision>3</cp:revision>
  <dcterms:created xsi:type="dcterms:W3CDTF">2026-08-04T14:18:13Z</dcterms:created>
  <dcterms:modified xsi:type="dcterms:W3CDTF">2026-08-04T14:34:19Z</dcterms:modified>
</cp:coreProperties>
</file>